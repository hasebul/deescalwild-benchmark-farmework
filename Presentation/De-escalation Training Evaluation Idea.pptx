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6AB57DF-A9DF-48E0-80DA-5916A95E6225}">
  <a:tblStyle styleId="{86AB57DF-A9DF-48E0-80DA-5916A95E6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0"/>
  </p:normalViewPr>
  <p:slideViewPr>
    <p:cSldViewPr snapToGrid="0">
      <p:cViewPr varScale="1">
        <p:scale>
          <a:sx n="140" d="100"/>
          <a:sy n="140" d="100"/>
        </p:scale>
        <p:origin x="744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bb7e5019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bb7e5019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7bb7e5019d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7bb7e5019d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7bb7e5019d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7bb7e5019d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7bb7e5019d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7bb7e5019d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7bb7e5019d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7bb7e5019d_1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7bb7e5019d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7bb7e5019d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NsMV2J0dPJriZCdFMun0DcKnJjSrxg47RNfp1ATUEHM/edit?gid=0#gid=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can we use LLM as Evaluator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Md Hasebul Hasan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Ways to Use an LLM as an Evaluator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➢"/>
            </a:pPr>
            <a:r>
              <a:rPr lang="en">
                <a:solidFill>
                  <a:srgbClr val="000000"/>
                </a:solidFill>
              </a:rPr>
              <a:t>Evaluating De-escalation Scenarios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➢"/>
            </a:pPr>
            <a:r>
              <a:rPr lang="en">
                <a:solidFill>
                  <a:srgbClr val="000000"/>
                </a:solidFill>
              </a:rPr>
              <a:t>Evaluation of Role-Playing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Evaluating De-escalation Scenarios: Synthesis Dataset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Total Examples:</a:t>
            </a:r>
            <a:r>
              <a:rPr lang="en">
                <a:solidFill>
                  <a:schemeClr val="dk1"/>
                </a:solidFill>
              </a:rPr>
              <a:t> 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Core Scenarios:</a:t>
            </a:r>
            <a:r>
              <a:rPr lang="en">
                <a:solidFill>
                  <a:schemeClr val="dk1"/>
                </a:solidFill>
              </a:rPr>
              <a:t> 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Outcomes per Scenario:</a:t>
            </a:r>
            <a:r>
              <a:rPr lang="en">
                <a:solidFill>
                  <a:schemeClr val="dk1"/>
                </a:solidFill>
              </a:rPr>
              <a:t> 3</a:t>
            </a:r>
            <a:endParaRPr>
              <a:solidFill>
                <a:schemeClr val="dk1"/>
              </a:solidFill>
            </a:endParaRPr>
          </a:p>
          <a:p>
            <a:pPr marL="914400" lvl="1" indent="-334327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○"/>
            </a:pPr>
            <a:r>
              <a:rPr lang="en" sz="1800">
                <a:solidFill>
                  <a:schemeClr val="dk1"/>
                </a:solidFill>
              </a:rPr>
              <a:t>Ideal De-escalation</a:t>
            </a:r>
            <a:endParaRPr sz="1800">
              <a:solidFill>
                <a:schemeClr val="dk1"/>
              </a:solidFill>
            </a:endParaRPr>
          </a:p>
          <a:p>
            <a:pPr marL="914400" lvl="1" indent="-33432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○"/>
            </a:pPr>
            <a:r>
              <a:rPr lang="en" sz="1800">
                <a:solidFill>
                  <a:schemeClr val="dk1"/>
                </a:solidFill>
              </a:rPr>
              <a:t>Partial De-escalation</a:t>
            </a:r>
            <a:endParaRPr sz="1800">
              <a:solidFill>
                <a:schemeClr val="dk1"/>
              </a:solidFill>
            </a:endParaRPr>
          </a:p>
          <a:p>
            <a:pPr marL="914400" lvl="1" indent="-33432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○"/>
            </a:pPr>
            <a:r>
              <a:rPr lang="en" sz="1800">
                <a:solidFill>
                  <a:schemeClr val="dk1"/>
                </a:solidFill>
              </a:rPr>
              <a:t>Failure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Structure:</a:t>
            </a:r>
            <a:r>
              <a:rPr lang="en">
                <a:solidFill>
                  <a:schemeClr val="dk1"/>
                </a:solidFill>
              </a:rPr>
              <a:t> 5 scenarios × 3 outcomes × 2 examples each = 30 total examples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set: </a:t>
            </a:r>
            <a:r>
              <a:rPr lang="en" sz="1100" u="sng">
                <a:solidFill>
                  <a:schemeClr val="hlink"/>
                </a:solidFill>
                <a:hlinkClick r:id="rId3"/>
              </a:rPr>
              <a:t>de-escalation training dataset - Google Sheets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Evaluating De-escalation Scenarios: Result</a:t>
            </a:r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2000">
              <a:solidFill>
                <a:schemeClr val="dk1"/>
              </a:solidFill>
            </a:endParaRPr>
          </a:p>
        </p:txBody>
      </p:sp>
      <p:graphicFrame>
        <p:nvGraphicFramePr>
          <p:cNvPr id="74" name="Google Shape;74;p16"/>
          <p:cNvGraphicFramePr/>
          <p:nvPr/>
        </p:nvGraphicFramePr>
        <p:xfrm>
          <a:off x="422950" y="1658100"/>
          <a:ext cx="4056575" cy="2601100"/>
        </p:xfrm>
        <a:graphic>
          <a:graphicData uri="http://schemas.openxmlformats.org/drawingml/2006/table">
            <a:tbl>
              <a:tblPr>
                <a:noFill/>
                <a:tableStyleId>{86AB57DF-A9DF-48E0-80DA-5916A95E6225}</a:tableStyleId>
              </a:tblPr>
              <a:tblGrid>
                <a:gridCol w="114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2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7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02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>
                          <a:solidFill>
                            <a:schemeClr val="dk1"/>
                          </a:solidFill>
                        </a:rPr>
                        <a:t>Outcome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Count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Mean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Std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Failure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-1.6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2.41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Ideal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3.6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3.47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Partial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-5.6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13.93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5982" y="1551426"/>
            <a:ext cx="4355137" cy="28144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Evaluating De-escalation Scenarios: Result</a:t>
            </a:r>
            <a:endParaRPr/>
          </a:p>
        </p:txBody>
      </p:sp>
      <p:pic>
        <p:nvPicPr>
          <p:cNvPr id="81" name="Google Shape;8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332" y="1101951"/>
            <a:ext cx="4039545" cy="2723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2724" y="1017725"/>
            <a:ext cx="4039545" cy="289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Evaluating De-escalation Scenarios: Where to use</a:t>
            </a:r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>
                <a:solidFill>
                  <a:schemeClr val="dk1"/>
                </a:solidFill>
              </a:rPr>
              <a:t>Automatically triggers a final evaluation to end the training session. 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>
                <a:solidFill>
                  <a:schemeClr val="dk1"/>
                </a:solidFill>
              </a:rPr>
              <a:t>Dynamically concludes training and transitions to an evaluation state.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➢"/>
            </a:pPr>
            <a:r>
              <a:rPr lang="en">
                <a:solidFill>
                  <a:schemeClr val="dk1"/>
                </a:solidFill>
              </a:rPr>
              <a:t>Replaces static phrases with an automated technique to end training.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Evaluation of Role-Playing</a:t>
            </a:r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➢"/>
            </a:pPr>
            <a:r>
              <a:rPr lang="en">
                <a:solidFill>
                  <a:srgbClr val="000000"/>
                </a:solidFill>
              </a:rPr>
              <a:t>The current dataset needs to be updated by adding negative examples. 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➢"/>
            </a:pPr>
            <a:r>
              <a:rPr lang="en">
                <a:solidFill>
                  <a:srgbClr val="000000"/>
                </a:solidFill>
              </a:rPr>
              <a:t>Our plan is to add at least 30 negative examples.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➢"/>
            </a:pPr>
            <a:r>
              <a:rPr lang="en">
                <a:solidFill>
                  <a:srgbClr val="000000"/>
                </a:solidFill>
              </a:rPr>
              <a:t>Currently, the average role-playing accuracy is around 95% when evaluating only positive examples.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</Words>
  <Application>Microsoft Macintosh PowerPoint</Application>
  <PresentationFormat>On-screen Show (16:9)</PresentationFormat>
  <Paragraphs>40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Simple Light</vt:lpstr>
      <vt:lpstr>How can we use LLM as Evaluator</vt:lpstr>
      <vt:lpstr>Two Ways to Use an LLM as an Evaluator</vt:lpstr>
      <vt:lpstr>Evaluating De-escalation Scenarios: Synthesis Dataset</vt:lpstr>
      <vt:lpstr>Evaluating De-escalation Scenarios: Result</vt:lpstr>
      <vt:lpstr>Evaluating De-escalation Scenarios: Result</vt:lpstr>
      <vt:lpstr>Evaluating De-escalation Scenarios: Where to use</vt:lpstr>
      <vt:lpstr>Evaluation of Role-Playing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Hasan, Md. Hasebul</cp:lastModifiedBy>
  <cp:revision>1</cp:revision>
  <dcterms:modified xsi:type="dcterms:W3CDTF">2025-09-04T16:26:08Z</dcterms:modified>
</cp:coreProperties>
</file>